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Folie 1: Einführung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Kernaussage 1</a:t>
            </a:r>
          </a:p>
          <a:p>
            <a:pPr lvl="1"/>
            <a:r>
              <a:t>Detail 1 zu Einführung</a:t>
            </a:r>
          </a:p>
          <a:p>
            <a:pPr/>
            <a:r>
              <a:t>Detail 2 zu Einführung</a:t>
            </a:r>
          </a:p>
          <a:p>
            <a:pPr lvl="1"/>
            <a:r>
              <a:t>Detail 3 zu Einführung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2860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2: Marktanalyse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Kernaussage 2</a:t>
            </a:r>
          </a:p>
          <a:p>
            <a:pPr lvl="1"/>
            <a:r>
              <a:t>Detail 1 zu Marktanalyse</a:t>
            </a:r>
          </a:p>
          <a:p>
            <a:pPr/>
            <a:r>
              <a:t>Detail 2 zu Marktanalyse</a:t>
            </a:r>
          </a:p>
          <a:p>
            <a:pPr lvl="1"/>
            <a:r>
              <a:t>Detail 3 zu Marktanalyse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3: Strategie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Kernaussage 3</a:t>
            </a:r>
          </a:p>
          <a:p>
            <a:pPr lvl="1"/>
            <a:r>
              <a:t>Detail 1 zu Strategie</a:t>
            </a:r>
          </a:p>
          <a:p>
            <a:pPr/>
            <a:r>
              <a:t>Detail 2 zu Strategie</a:t>
            </a:r>
          </a:p>
          <a:p>
            <a:pPr lvl="1"/>
            <a:r>
              <a:t>Detail 3 zu Strategie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4: Produkt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5: Technik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Kernaussage 5</a:t>
            </a:r>
          </a:p>
          <a:p>
            <a:pPr lvl="1"/>
            <a:r>
              <a:t>Detail 1 zu Technik</a:t>
            </a:r>
          </a:p>
          <a:p>
            <a:pPr/>
            <a:r>
              <a:t>Detail 2 zu Technik</a:t>
            </a:r>
          </a:p>
          <a:p>
            <a:pPr lvl="1"/>
            <a:r>
              <a:t>Detail 3 zu Technik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6: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Kernaussage 6</a:t>
            </a:r>
          </a:p>
          <a:p>
            <a:pPr lvl="1"/>
            <a:r>
              <a:t>Detail 1 zu Team</a:t>
            </a:r>
          </a:p>
          <a:p>
            <a:pPr/>
            <a:r>
              <a:t>Detail 2 zu Team</a:t>
            </a:r>
          </a:p>
          <a:p>
            <a:pPr lvl="1"/>
            <a:r>
              <a:t>Detail 3 zu Team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2860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7: Finanzen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Kernaussage 7</a:t>
            </a:r>
          </a:p>
          <a:p>
            <a:pPr lvl="1"/>
            <a:r>
              <a:t>Detail 1 zu Finanzen</a:t>
            </a:r>
          </a:p>
          <a:p>
            <a:pPr/>
            <a:r>
              <a:t>Detail 2 zu Finanzen</a:t>
            </a:r>
          </a:p>
          <a:p>
            <a:pPr lvl="1"/>
            <a:r>
              <a:t>Detail 3 zu Finanzen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8: Roadmap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Folie 9: Risiken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Kernaussage 9</a:t>
            </a:r>
          </a:p>
          <a:p>
            <a:pPr lvl="1"/>
            <a:r>
              <a:t>Detail 1 zu Risiken</a:t>
            </a:r>
          </a:p>
          <a:p>
            <a:pPr/>
            <a:r>
              <a:t>Detail 2 zu Risiken</a:t>
            </a:r>
          </a:p>
          <a:p>
            <a:pPr lvl="1"/>
            <a:r>
              <a:t>Detail 3 zu Risiken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10: Zusammenfassung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Kernaussage 10</a:t>
            </a:r>
          </a:p>
          <a:p>
            <a:pPr lvl="1"/>
            <a:r>
              <a:t>Detail 1 zu Zusammenfassung</a:t>
            </a:r>
          </a:p>
          <a:p>
            <a:pPr/>
            <a:r>
              <a:t>Detail 2 zu Zusammenfassung</a:t>
            </a:r>
          </a:p>
          <a:p>
            <a:pPr lvl="1"/>
            <a:r>
              <a:t>Detail 3 zu Zusammenfassung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11: Einführung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Kernaussage 11</a:t>
            </a:r>
          </a:p>
          <a:p>
            <a:pPr lvl="1"/>
            <a:r>
              <a:t>Detail 1 zu Einführung</a:t>
            </a:r>
          </a:p>
          <a:p>
            <a:pPr/>
            <a:r>
              <a:t>Detail 2 zu Einführung</a:t>
            </a:r>
          </a:p>
          <a:p>
            <a:pPr lvl="1"/>
            <a:r>
              <a:t>Detail 3 zu Einführung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2860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12: Marktanalyse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13: Strategie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Kernaussage 13</a:t>
            </a:r>
          </a:p>
          <a:p>
            <a:pPr lvl="1"/>
            <a:r>
              <a:t>Detail 1 zu Strategie</a:t>
            </a:r>
          </a:p>
          <a:p>
            <a:pPr/>
            <a:r>
              <a:t>Detail 2 zu Strategie</a:t>
            </a:r>
          </a:p>
          <a:p>
            <a:pPr lvl="1"/>
            <a:r>
              <a:t>Detail 3 zu Strategie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14: Produkt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Kernaussage 14</a:t>
            </a:r>
          </a:p>
          <a:p>
            <a:pPr lvl="1"/>
            <a:r>
              <a:t>Detail 1 zu Produkt</a:t>
            </a:r>
          </a:p>
          <a:p>
            <a:pPr/>
            <a:r>
              <a:t>Detail 2 zu Produkt</a:t>
            </a:r>
          </a:p>
          <a:p>
            <a:pPr lvl="1"/>
            <a:r>
              <a:t>Detail 3 zu Produkt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15: Technik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Kernaussage 15</a:t>
            </a:r>
          </a:p>
          <a:p>
            <a:pPr lvl="1"/>
            <a:r>
              <a:t>Detail 1 zu Technik</a:t>
            </a:r>
          </a:p>
          <a:p>
            <a:pPr/>
            <a:r>
              <a:t>Detail 2 zu Technik</a:t>
            </a:r>
          </a:p>
          <a:p>
            <a:pPr lvl="1"/>
            <a:r>
              <a:t>Detail 3 zu Technik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16: Team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2860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Folie 17: Finanzen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Kernaussage 17</a:t>
            </a:r>
          </a:p>
          <a:p>
            <a:pPr lvl="1"/>
            <a:r>
              <a:t>Detail 1 zu Finanzen</a:t>
            </a:r>
          </a:p>
          <a:p>
            <a:pPr/>
            <a:r>
              <a:t>Detail 2 zu Finanzen</a:t>
            </a:r>
          </a:p>
          <a:p>
            <a:pPr lvl="1"/>
            <a:r>
              <a:t>Detail 3 zu Finanzen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18: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Kernaussage 18</a:t>
            </a:r>
          </a:p>
          <a:p>
            <a:pPr lvl="1"/>
            <a:r>
              <a:t>Detail 1 zu Roadmap</a:t>
            </a:r>
          </a:p>
          <a:p>
            <a:pPr/>
            <a:r>
              <a:t>Detail 2 zu Roadmap</a:t>
            </a:r>
          </a:p>
          <a:p>
            <a:pPr lvl="1"/>
            <a:r>
              <a:t>Detail 3 zu Roadmap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19: Risiken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Kernaussage 19</a:t>
            </a:r>
          </a:p>
          <a:p>
            <a:pPr lvl="1"/>
            <a:r>
              <a:t>Detail 1 zu Risiken</a:t>
            </a:r>
          </a:p>
          <a:p>
            <a:pPr/>
            <a:r>
              <a:t>Detail 2 zu Risiken</a:t>
            </a:r>
          </a:p>
          <a:p>
            <a:pPr lvl="1"/>
            <a:r>
              <a:t>Detail 3 zu Risiken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20: Zusammenfassung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21: Einführung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Kernaussage 21</a:t>
            </a:r>
          </a:p>
          <a:p>
            <a:pPr lvl="1"/>
            <a:r>
              <a:t>Detail 1 zu Einführung</a:t>
            </a:r>
          </a:p>
          <a:p>
            <a:pPr/>
            <a:r>
              <a:t>Detail 2 zu Einführung</a:t>
            </a:r>
          </a:p>
          <a:p>
            <a:pPr lvl="1"/>
            <a:r>
              <a:t>Detail 3 zu Einführung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2860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22: Marktanalyse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Kernaussage 22</a:t>
            </a:r>
          </a:p>
          <a:p>
            <a:pPr lvl="1"/>
            <a:r>
              <a:t>Detail 1 zu Marktanalyse</a:t>
            </a:r>
          </a:p>
          <a:p>
            <a:pPr/>
            <a:r>
              <a:t>Detail 2 zu Marktanalyse</a:t>
            </a:r>
          </a:p>
          <a:p>
            <a:pPr lvl="1"/>
            <a:r>
              <a:t>Detail 3 zu Marktanalyse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23: Strategie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Kernaussage 23</a:t>
            </a:r>
          </a:p>
          <a:p>
            <a:pPr lvl="1"/>
            <a:r>
              <a:t>Detail 1 zu Strategie</a:t>
            </a:r>
          </a:p>
          <a:p>
            <a:pPr/>
            <a:r>
              <a:t>Detail 2 zu Strategie</a:t>
            </a:r>
          </a:p>
          <a:p>
            <a:pPr lvl="1"/>
            <a:r>
              <a:t>Detail 3 zu Strategie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24: Produkt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Folie 25: Technik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Kernaussage 25</a:t>
            </a:r>
          </a:p>
          <a:p>
            <a:pPr lvl="1"/>
            <a:r>
              <a:t>Detail 1 zu Technik</a:t>
            </a:r>
          </a:p>
          <a:p>
            <a:pPr/>
            <a:r>
              <a:t>Detail 2 zu Technik</a:t>
            </a:r>
          </a:p>
          <a:p>
            <a:pPr lvl="1"/>
            <a:r>
              <a:t>Detail 3 zu Technik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26: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Kernaussage 26</a:t>
            </a:r>
          </a:p>
          <a:p>
            <a:pPr lvl="1"/>
            <a:r>
              <a:t>Detail 1 zu Team</a:t>
            </a:r>
          </a:p>
          <a:p>
            <a:pPr/>
            <a:r>
              <a:t>Detail 2 zu Team</a:t>
            </a:r>
          </a:p>
          <a:p>
            <a:pPr lvl="1"/>
            <a:r>
              <a:t>Detail 3 zu Team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2860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27: Finanzen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Kernaussage 27</a:t>
            </a:r>
          </a:p>
          <a:p>
            <a:pPr lvl="1"/>
            <a:r>
              <a:t>Detail 1 zu Finanzen</a:t>
            </a:r>
          </a:p>
          <a:p>
            <a:pPr/>
            <a:r>
              <a:t>Detail 2 zu Finanzen</a:t>
            </a:r>
          </a:p>
          <a:p>
            <a:pPr lvl="1"/>
            <a:r>
              <a:t>Detail 3 zu Finanzen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28: Roadmap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29: Risiken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Kernaussage 29</a:t>
            </a:r>
          </a:p>
          <a:p>
            <a:pPr lvl="1"/>
            <a:r>
              <a:t>Detail 1 zu Risiken</a:t>
            </a:r>
          </a:p>
          <a:p>
            <a:pPr/>
            <a:r>
              <a:t>Detail 2 zu Risiken</a:t>
            </a:r>
          </a:p>
          <a:p>
            <a:pPr lvl="1"/>
            <a:r>
              <a:t>Detail 3 zu Risiken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30: Zusammenfassung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Kernaussage 30</a:t>
            </a:r>
          </a:p>
          <a:p>
            <a:pPr lvl="1"/>
            <a:r>
              <a:t>Detail 1 zu Zusammenfassung</a:t>
            </a:r>
          </a:p>
          <a:p>
            <a:pPr/>
            <a:r>
              <a:t>Detail 2 zu Zusammenfassung</a:t>
            </a:r>
          </a:p>
          <a:p>
            <a:pPr lvl="1"/>
            <a:r>
              <a:t>Detail 3 zu Zusammenfassung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31: Einführung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Kernaussage 31</a:t>
            </a:r>
          </a:p>
          <a:p>
            <a:pPr lvl="1"/>
            <a:r>
              <a:t>Detail 1 zu Einführung</a:t>
            </a:r>
          </a:p>
          <a:p>
            <a:pPr/>
            <a:r>
              <a:t>Detail 2 zu Einführung</a:t>
            </a:r>
          </a:p>
          <a:p>
            <a:pPr lvl="1"/>
            <a:r>
              <a:t>Detail 3 zu Einführung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2860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32: Marktanalyse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Folie 33: Strategie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Kernaussage 33</a:t>
            </a:r>
          </a:p>
          <a:p>
            <a:pPr lvl="1"/>
            <a:r>
              <a:t>Detail 1 zu Strategie</a:t>
            </a:r>
          </a:p>
          <a:p>
            <a:pPr/>
            <a:r>
              <a:t>Detail 2 zu Strategie</a:t>
            </a:r>
          </a:p>
          <a:p>
            <a:pPr lvl="1"/>
            <a:r>
              <a:t>Detail 3 zu Strategie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34: Produkt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Kernaussage 34</a:t>
            </a:r>
          </a:p>
          <a:p>
            <a:pPr lvl="1"/>
            <a:r>
              <a:t>Detail 1 zu Produkt</a:t>
            </a:r>
          </a:p>
          <a:p>
            <a:pPr/>
            <a:r>
              <a:t>Detail 2 zu Produkt</a:t>
            </a:r>
          </a:p>
          <a:p>
            <a:pPr lvl="1"/>
            <a:r>
              <a:t>Detail 3 zu Produkt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35: Technik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Kernaussage 35</a:t>
            </a:r>
          </a:p>
          <a:p>
            <a:pPr lvl="1"/>
            <a:r>
              <a:t>Detail 1 zu Technik</a:t>
            </a:r>
          </a:p>
          <a:p>
            <a:pPr/>
            <a:r>
              <a:t>Detail 2 zu Technik</a:t>
            </a:r>
          </a:p>
          <a:p>
            <a:pPr lvl="1"/>
            <a:r>
              <a:t>Detail 3 zu Technik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36: Team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2860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37: Finanzen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Kernaussage 37</a:t>
            </a:r>
          </a:p>
          <a:p>
            <a:pPr lvl="1"/>
            <a:r>
              <a:t>Detail 1 zu Finanzen</a:t>
            </a:r>
          </a:p>
          <a:p>
            <a:pPr/>
            <a:r>
              <a:t>Detail 2 zu Finanzen</a:t>
            </a:r>
          </a:p>
          <a:p>
            <a:pPr lvl="1"/>
            <a:r>
              <a:t>Detail 3 zu Finanzen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38: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Kernaussage 38</a:t>
            </a:r>
          </a:p>
          <a:p>
            <a:pPr lvl="1"/>
            <a:r>
              <a:t>Detail 1 zu Roadmap</a:t>
            </a:r>
          </a:p>
          <a:p>
            <a:pPr/>
            <a:r>
              <a:t>Detail 2 zu Roadmap</a:t>
            </a:r>
          </a:p>
          <a:p>
            <a:pPr lvl="1"/>
            <a:r>
              <a:t>Detail 3 zu Roadmap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39: Risiken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Kernaussage 39</a:t>
            </a:r>
          </a:p>
          <a:p>
            <a:pPr lvl="1"/>
            <a:r>
              <a:t>Detail 1 zu Risiken</a:t>
            </a:r>
          </a:p>
          <a:p>
            <a:pPr/>
            <a:r>
              <a:t>Detail 2 zu Risiken</a:t>
            </a:r>
          </a:p>
          <a:p>
            <a:pPr lvl="1"/>
            <a:r>
              <a:t>Detail 3 zu Risiken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Folie 40: Zusammenfassung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Example — Large 40-Slide Deck</dc:title>
  <dc:subject/>
  <dc:creator>Slideflow Corpus Generator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Slideflow test corpus</cp:category>
</cp:coreProperties>
</file>