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Umsatz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21</c:v>
                </c:pt>
                <c:pt idx="2">
                  <c:v>17</c:v>
                </c:pt>
                <c:pt idx="3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Kosten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14</c:v>
                </c:pt>
                <c:pt idx="2">
                  <c:v>11</c:v>
                </c:pt>
                <c:pt idx="3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 2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8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Anteile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Punkte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Sheet1!$A$2:$A$13</c:f>
              <c:numCache>
                <c:formatCode>General</c:formatCode>
                <c:ptCount val="12"/>
                <c:pt idx="0">
                  <c:v>9.414755516357863</c:v>
                </c:pt>
                <c:pt idx="1">
                  <c:v>3.335100795609386</c:v>
                </c:pt>
                <c:pt idx="2">
                  <c:v>6.573544992308873</c:v>
                </c:pt>
                <c:pt idx="3">
                  <c:v>0.7623397996670378</c:v>
                </c:pt>
                <c:pt idx="4">
                  <c:v>0.7532170085109946</c:v>
                </c:pt>
                <c:pt idx="5">
                  <c:v>0.2712866617222931</c:v>
                </c:pt>
                <c:pt idx="6">
                  <c:v>1.1088891295293801</c:v>
                </c:pt>
                <c:pt idx="7">
                  <c:v>6.705018155678562</c:v>
                </c:pt>
                <c:pt idx="8">
                  <c:v>4.162507748364187</c:v>
                </c:pt>
                <c:pt idx="9">
                  <c:v>0.4020472003030051</c:v>
                </c:pt>
                <c:pt idx="10">
                  <c:v>3.0027277733921</c:v>
                </c:pt>
                <c:pt idx="11">
                  <c:v>7.791703554532624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0.7058833543792542</c:v>
                </c:pt>
                <c:pt idx="1">
                  <c:v>7.100133186044314</c:v>
                </c:pt>
                <c:pt idx="2">
                  <c:v>1.6711245517563222</c:v>
                </c:pt>
                <c:pt idx="3">
                  <c:v>4.9658166739347</c:v>
                </c:pt>
                <c:pt idx="4">
                  <c:v>2.1509439605657543</c:v>
                </c:pt>
                <c:pt idx="5">
                  <c:v>3.4623085536792853</c:v>
                </c:pt>
                <c:pt idx="6">
                  <c:v>5.296832259090822</c:v>
                </c:pt>
                <c:pt idx="7">
                  <c:v>4.541416841714801</c:v>
                </c:pt>
                <c:pt idx="8">
                  <c:v>6.62386356342677</c:v>
                </c:pt>
                <c:pt idx="9">
                  <c:v>2.7167110260256013</c:v>
                </c:pt>
                <c:pt idx="10">
                  <c:v>8.475896876644446</c:v>
                </c:pt>
                <c:pt idx="11">
                  <c:v>4.6450202942686385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Diagramme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Balken, gestapelt, Linie, Kreis, Ring, Streuung — je mit eingebettetem 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Balkendiagramm (gruppiert)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Gestapelte Balken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Liniendiagramm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Kreisdiagramm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Ringdiagramm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Streudiagramm (XY)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Example — Charts &amp; Embedded Workbooks</dc:title>
  <dc:subject/>
  <dc:creator>Slideflow Corpus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Slideflow test corpus</cp:category>
</cp:coreProperties>
</file>