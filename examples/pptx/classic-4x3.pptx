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Klassisches 4:3-Format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9144000 × 6858000 EMU — für gemischte Kompositionsgrößen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Inhalt im 4:3-Format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Erster Punkt</a:t>
            </a:r>
          </a:p>
          <a:p>
            <a:r>
              <a:t>Punkt 2 im 4:3-Raster</a:t>
            </a:r>
          </a:p>
          <a:p>
            <a:r>
              <a:t>Punkt 3 im 4:3-Raster</a:t>
            </a:r>
          </a:p>
          <a:p>
            <a:r>
              <a:t>Punkt 4 im 4:3-Raster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Bild im 4:3-Format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Example — Classic 4:3 Layout</dc:title>
  <dc:subject/>
  <dc:creator>Slideflow Corpus Generator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Slideflow test corpus</cp:category>
</cp:coreProperties>
</file>