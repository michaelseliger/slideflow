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1828800" y="1280160"/>
            <a:ext cx="82296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Sehr langer Titel: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Wort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Tief verschachtelte Gruppe</a:t>
            </a:r>
          </a:p>
        </p:txBody>
      </p:sp>
      <p:grpSp>
        <p:nvGrpSpPr>
          <p:cNvPr id="3" name="Group 2"/>
          <p:cNvGrpSpPr/>
          <p:nvPr/>
        </p:nvGrpSpPr>
        <p:grpSpPr>
          <a:xfrm>
            <a:off x="4572000" y="2743200"/>
            <a:ext cx="2011680" cy="2011680"/>
            <a:chOff x="4572000" y="2743200"/>
            <a:chExt cx="2011680" cy="2011680"/>
          </a:xfrm>
        </p:grpSpPr>
        <p:grpSp>
          <p:nvGrpSpPr>
            <p:cNvPr id="4" name="Group 3"/>
            <p:cNvGrpSpPr/>
            <p:nvPr/>
          </p:nvGrpSpPr>
          <p:grpSpPr>
            <a:xfrm>
              <a:off x="4572000" y="2743200"/>
              <a:ext cx="2011680" cy="2011680"/>
              <a:chOff x="4572000" y="2743200"/>
              <a:chExt cx="2011680" cy="2011680"/>
            </a:xfrm>
          </p:grpSpPr>
          <p:grpSp>
            <p:nvGrpSpPr>
              <p:cNvPr id="5" name="Group 4"/>
              <p:cNvGrpSpPr/>
              <p:nvPr/>
            </p:nvGrpSpPr>
            <p:grpSpPr>
              <a:xfrm>
                <a:off x="4572000" y="2743200"/>
                <a:ext cx="2011680" cy="2011680"/>
                <a:chOff x="4572000" y="2743200"/>
                <a:chExt cx="2011680" cy="2011680"/>
              </a:xfrm>
            </p:grpSpPr>
            <p:grpSp>
              <p:nvGrpSpPr>
                <p:cNvPr id="6" name="Group 5"/>
                <p:cNvGrpSpPr/>
                <p:nvPr/>
              </p:nvGrpSpPr>
              <p:grpSpPr>
                <a:xfrm>
                  <a:off x="4572000" y="2743200"/>
                  <a:ext cx="2011680" cy="2011680"/>
                  <a:chOff x="4572000" y="2743200"/>
                  <a:chExt cx="2011680" cy="2011680"/>
                </a:xfrm>
              </p:grpSpPr>
              <p:sp>
                <p:nvSpPr>
                  <p:cNvPr id="7" name="5-Point Star 6"/>
                  <p:cNvSpPr/>
                  <p:nvPr/>
                </p:nvSpPr>
                <p:spPr>
                  <a:xfrm>
                    <a:off x="4572000" y="2743200"/>
                    <a:ext cx="2011680" cy="2011680"/>
                  </a:xfrm>
                  <a:prstGeom prst="star5">
                    <a:avLst/>
                  </a:prstGeom>
                  <a:solidFill>
                    <a:srgbClr val="E0A11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gr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Textfeld mit Autofit</a:t>
            </a:r>
          </a:p>
        </p:txBody>
      </p:sp>
      <p:sp>
        <p:nvSpPr>
          <p:cNvPr id="3" name="TextBox 2"/>
          <p:cNvSpPr txBox="1"/>
          <p:nvPr/>
        </p:nvSpPr>
        <p:spPr>
          <a:xfrm>
            <a:off x="914400" y="1828800"/>
            <a:ext cx="5486400" cy="1828800"/>
          </a:xfrm>
          <a:prstGeom prst="rect">
            <a:avLst/>
          </a:prstGeom>
          <a:noFill/>
        </p:spPr>
        <p:txBody>
          <a:bodyPr wrap="square">
            <a:normAutofit/>
          </a:bodyPr>
          <a:lstStyle/>
          <a:p>
            <a:r>
              <a:t>Dieser Text soll automatisch an die Form angepasst werden. Dieser Text soll automatisch an die Form angepasst werden. Dieser Text soll automatisch an die Form angepasst werden. Dieser Text soll automatisch an die Form angepasst werden.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Generated Example — Edge Cases</dc:title>
  <dc:subject/>
  <dc:creator>Slideflow Corpus Generator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Slideflow test corpus</cp:category>
</cp:coreProperties>
</file>