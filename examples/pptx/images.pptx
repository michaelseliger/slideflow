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Bilder &amp; Medien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Transparenz, JPEG-Foto, Wiederverwendung (Dedup), Rotation, 1×1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PNG mit Transparenz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544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JPEG-Foto (Verlauf)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Wiederverwendetes Logo #1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918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Wiederverwendetes Logo #2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918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Wiederverwendetes Logo #3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918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Rotiertes Bild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438912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Winziges 1×1-Bild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10896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Images &amp; Media Reuse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