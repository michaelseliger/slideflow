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Erster Absatz der Notizen — mit Umlauten: ä ö ü Ä Ö Ü ß.</a:t>
            </a:r>
          </a:p>
          <a:p>
            <a:r>
              <a:t>Zweiter Absatz: Grüße an das Prüf-Team!</a:t>
            </a:r>
          </a:p>
          <a:p>
            <a:r>
              <a:t>Dritter Absatz mit Aufzählungszeichen: • Punkt A • Punkt B • Straße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python-pptx.readthedocs.io/" TargetMode="External"/><Relationship Id="rId3" Type="http://schemas.openxmlformats.org/officeDocument/2006/relationships/hyperlink" Target="https://learn.microsoft.com/openspecs/office_standards/" TargetMode="External"/><Relationship Id="rId4" Type="http://schemas.openxmlformats.org/officeDocument/2006/relationships/hyperlink" Target="https://example.com/pfad?stadt=z&#252;rich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Notizen &amp; Hyperlinks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Sprechernotizen mit Umlauten, externe Links, interner Sprung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mit Sprechernotizen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Externe Hyperlinks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601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>→ python-pptx Dokumentation</a:t>
            </a:r>
          </a:p>
          <a:p>
            <a:r>
              <a:rPr>
                <a:hlinkClick r:id="rId3"/>
              </a:rPr>
              <a:t>→ OOXML-Spezifikation</a:t>
            </a:r>
          </a:p>
          <a:p>
            <a:r>
              <a:rPr>
                <a:hlinkClick r:id="rId4"/>
              </a:rPr>
              <a:t>→ Beispiel-Domain mit Umlaut-Query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Interner Sprung zur ersten Folie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3200400" y="2743200"/>
            <a:ext cx="5486400" cy="1188720"/>
          </a:xfrm>
          <a:prstGeom prst="roundRect">
            <a:avLst/>
          </a:prstGeom>
          <a:solidFill>
            <a:srgbClr val="2E6D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Springe zur ersten Folie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Example — Notes, Hyperlinks &amp; Jumps</dc:title>
  <dc:subject/>
  <dc:creator>Slideflow Corpus Generator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Slideflow test corpus</cp:category>
</cp:coreProperties>
</file>