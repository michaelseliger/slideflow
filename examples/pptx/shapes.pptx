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Formen &amp; Verbinder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Autoshapes, Pfeile, Sterne, Chevrons, Gruppen, Freiform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011680"/>
            <a:ext cx="1645920" cy="1371600"/>
          </a:xfrm>
          <a:prstGeom prst="roundRect">
            <a:avLst/>
          </a:prstGeom>
          <a:solidFill>
            <a:srgbClr val="2E6DB5"/>
          </a:solidFill>
          <a:ln w="254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Arrow 3"/>
          <p:cNvSpPr/>
          <p:nvPr/>
        </p:nvSpPr>
        <p:spPr>
          <a:xfrm>
            <a:off x="2331719" y="2011680"/>
            <a:ext cx="1645920" cy="1371600"/>
          </a:xfrm>
          <a:prstGeom prst="rightArrow">
            <a:avLst/>
          </a:prstGeom>
          <a:solidFill>
            <a:srgbClr val="1E9E5A"/>
          </a:solidFill>
          <a:ln w="254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4206238" y="2011680"/>
            <a:ext cx="1645920" cy="1371600"/>
          </a:xfrm>
          <a:prstGeom prst="star5">
            <a:avLst/>
          </a:prstGeom>
          <a:solidFill>
            <a:srgbClr val="E0A11A"/>
          </a:solidFill>
          <a:ln w="254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6080757" y="2011680"/>
            <a:ext cx="1645920" cy="1371600"/>
          </a:xfrm>
          <a:prstGeom prst="chevron">
            <a:avLst/>
          </a:prstGeom>
          <a:solidFill>
            <a:srgbClr val="B03A2E"/>
          </a:solidFill>
          <a:ln w="254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entagon 6"/>
          <p:cNvSpPr/>
          <p:nvPr/>
        </p:nvSpPr>
        <p:spPr>
          <a:xfrm>
            <a:off x="7955276" y="2011680"/>
            <a:ext cx="1645920" cy="1371600"/>
          </a:xfrm>
          <a:prstGeom prst="homePlate">
            <a:avLst/>
          </a:prstGeom>
          <a:solidFill>
            <a:srgbClr val="6A3D9A"/>
          </a:solidFill>
          <a:ln w="254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795" y="2011680"/>
            <a:ext cx="1645920" cy="1371600"/>
          </a:xfrm>
          <a:prstGeom prst="ellipse">
            <a:avLst/>
          </a:prstGeom>
          <a:solidFill>
            <a:srgbClr val="2A9D8F"/>
          </a:solidFill>
          <a:ln w="254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Füllungen, Umrisse, Schatten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108960" cy="2377440"/>
          </a:xfrm>
          <a:prstGeom prst="roundRect">
            <a:avLst/>
          </a:prstGeom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97680" y="1828800"/>
            <a:ext cx="3108960" cy="2377440"/>
          </a:xfrm>
          <a:prstGeom prst="ellipse">
            <a:avLst/>
          </a:prstGeom>
          <a:solidFill>
            <a:srgbClr val="D9534F"/>
          </a:solidFill>
          <a:ln w="38100">
            <a:solidFill>
              <a:srgbClr val="22222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63840" y="1828800"/>
            <a:ext cx="3108960" cy="2377440"/>
          </a:xfrm>
          <a:prstGeom prst="rect">
            <a:avLst/>
          </a:prstGeom>
          <a:solidFill>
            <a:srgbClr val="3B7DC4"/>
          </a:solidFill>
          <a:effectLst>
            <a:outerShdw blurRad="40000" dist="23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Verbinder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828800"/>
            <a:ext cx="1645920" cy="11887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3657600"/>
            <a:ext cx="1645920" cy="11887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560320" y="2423160"/>
            <a:ext cx="5852160" cy="1828800"/>
          </a:xfrm>
          <a:prstGeom prst="bentConnector3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5120640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Gruppierte Formen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828800" y="2011680"/>
            <a:ext cx="5303520" cy="2286000"/>
            <a:chOff x="1828800" y="2011680"/>
            <a:chExt cx="5303520" cy="2286000"/>
          </a:xfrm>
        </p:grpSpPr>
        <p:sp>
          <p:nvSpPr>
            <p:cNvPr id="4" name="Rounded Rectangle 3"/>
            <p:cNvSpPr/>
            <p:nvPr/>
          </p:nvSpPr>
          <p:spPr>
            <a:xfrm>
              <a:off x="1828800" y="2011680"/>
              <a:ext cx="2194560" cy="1188720"/>
            </a:xfrm>
            <a:prstGeom prst="roundRect">
              <a:avLst/>
            </a:prstGeom>
            <a:solidFill>
              <a:srgbClr val="2E6DB5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937760" y="3108960"/>
              <a:ext cx="2194560" cy="1188720"/>
            </a:xfrm>
            <a:prstGeom prst="roundRect">
              <a:avLst/>
            </a:prstGeom>
            <a:solidFill>
              <a:srgbClr val="1E9E5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4023360" y="2606040"/>
              <a:ext cx="914400" cy="10972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Freiform-Polygon</a:t>
            </a:r>
          </a:p>
        </p:txBody>
      </p:sp>
      <p:sp>
        <p:nvSpPr>
          <p:cNvPr id="3" name="Freeform 2"/>
          <p:cNvSpPr/>
          <p:nvPr/>
        </p:nvSpPr>
        <p:spPr>
          <a:xfrm>
            <a:off x="4267200" y="1950720"/>
            <a:ext cx="3352800" cy="2895600"/>
          </a:xfrm>
          <a:custGeom>
            <a:avLst/>
            <a:gdLst/>
            <a:ahLst/>
            <a:cxnLst/>
            <a:rect l="l" t="t" r="r" b="b"/>
            <a:pathLst>
              <a:path w="110" h="95">
                <a:moveTo>
                  <a:pt x="55" y="0"/>
                </a:moveTo>
                <a:lnTo>
                  <a:pt x="70" y="35"/>
                </a:lnTo>
                <a:lnTo>
                  <a:pt x="110" y="35"/>
                </a:lnTo>
                <a:lnTo>
                  <a:pt x="77" y="58"/>
                </a:lnTo>
                <a:lnTo>
                  <a:pt x="90" y="95"/>
                </a:lnTo>
                <a:lnTo>
                  <a:pt x="55" y="72"/>
                </a:lnTo>
                <a:lnTo>
                  <a:pt x="20" y="95"/>
                </a:lnTo>
                <a:lnTo>
                  <a:pt x="33" y="58"/>
                </a:lnTo>
                <a:lnTo>
                  <a:pt x="0" y="35"/>
                </a:lnTo>
                <a:lnTo>
                  <a:pt x="40" y="35"/>
                </a:lnTo>
                <a:close/>
              </a:path>
            </a:pathLst>
          </a:custGeom>
          <a:solidFill>
            <a:srgbClr val="E0A1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Example — Shapes, Connectors &amp; Freeform</dc:title>
  <dc:subject/>
  <dc:creator>Slideflow Corpus Generator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Slideflow test corpus</cp:category>
</cp:coreProperties>
</file>