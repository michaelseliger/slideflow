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Tabellen &amp; Raster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Kopfzeilen, verbundene Zellen, Zellfarben, Spaltenbreiten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Tabelle mit Kopfzeile &amp; Zebra-Füllung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8001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Quartal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Umsatz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Kosten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Gewinn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 T€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 T€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T€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 T€</a:t>
                      </a:r>
                    </a:p>
                  </a:txBody>
                  <a:tcPr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 T€</a:t>
                      </a:r>
                    </a:p>
                  </a:txBody>
                  <a:tcPr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 T€</a:t>
                      </a:r>
                    </a:p>
                  </a:txBody>
                  <a:tcPr>
                    <a:solidFill>
                      <a:srgbClr val="E8EE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 T€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 T€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 T€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Verbundene Zellen &amp; Spaltenbreiten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058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377440"/>
                <a:gridCol w="2194560"/>
                <a:gridCol w="1828800"/>
              </a:tblGrid>
              <a:tr h="694944">
                <a:tc gridSpan="2"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Verbundener Kopf (2 Spalten)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1F3A93"/>
                    </a:solidFill>
                  </a:tcPr>
                </a:tc>
              </a:tr>
              <a:tr h="694944">
                <a:tc rowSpan="2">
                  <a:txBody>
                    <a:bodyPr/>
                    <a:lstStyle/>
                    <a:p>
                      <a:r>
                        <a:t>Vertikal verbunden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R1·C1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R1·C2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R1·C3</a:t>
                      </a:r>
                    </a:p>
                  </a:txBody>
                  <a:tcPr/>
                </a:tc>
              </a:tr>
              <a:tr h="694944">
                <a:tc vMerge="1">
                  <a:txBody>
                    <a:bodyPr/>
                    <a:lstStyle/>
                    <a:p>
                      <a:r>
                        <a:t>R2·C0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R2·C1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R2·C2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R2·C3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t>R3·C0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R3·C1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R3·C2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R3·C3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t>R4·C0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R4·C1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R4·C2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R4·C3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Große Tabelle 10×8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84632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1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5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6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7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Sp 8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965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354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988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615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569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255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t>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Tables &amp; Grids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