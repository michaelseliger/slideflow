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Texthierarchie &amp; Typografie</a:t>
            </a:r>
          </a:p>
        </p:txBody>
      </p:sp>
      <p:sp>
        <p:nvSpPr>
          <p:cNvPr id="3" name="Subtitle 2"/>
          <p:cNvSpPr>
            <a:spLocks noGrp="1"/>
          </p:cNvSpPr>
          <p:nvPr>
            <p:ph type="subTitle" idx="1"/>
          </p:nvPr>
        </p:nvSpPr>
        <p:spPr/>
        <p:txBody>
          <a:bodyPr/>
          <a:lstStyle/>
          <a:p>
            <a:r>
              <a:t>Ein Beispiel-Deck mit vielen Ebenen, Fonts und Farben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Abschnitt 1 — Aufzählungsebenen</a:t>
            </a:r>
          </a:p>
        </p:txBody>
      </p:sp>
      <p:sp>
        <p:nvSpPr>
          <p:cNvPr id="3" name="Text Placeholder 2"/>
          <p:cNvSpPr>
            <a:spLocks noGrp="1"/>
          </p:cNvSpPr>
          <p:nvPr>
            <p:ph type="body" idx="1"/>
          </p:nvPr>
        </p:nvSpPr>
        <p:spPr/>
        <p:txBody>
          <a:bodyPr/>
          <a:lstStyle/>
          <a:p>
            <a:r>
              <a:t>Fünf Ebenen tiefer Verschachtelung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Fünf Aufzählungsebenen</a:t>
            </a:r>
          </a:p>
        </p:txBody>
      </p:sp>
      <p:sp>
        <p:nvSpPr>
          <p:cNvPr id="3" name="Content Placeholder 2"/>
          <p:cNvSpPr>
            <a:spLocks noGrp="1"/>
          </p:cNvSpPr>
          <p:nvPr>
            <p:ph idx="1"/>
          </p:nvPr>
        </p:nvSpPr>
        <p:spPr/>
        <p:txBody>
          <a:bodyPr/>
          <a:lstStyle/>
          <a:p>
            <a:r>
              <a:t>Ebene 1 — oberste Ebene</a:t>
            </a:r>
          </a:p>
          <a:p>
            <a:pPr lvl="1"/>
            <a:r>
              <a:t>Ebene 2 — verschachtelt auf Tiefe 1</a:t>
            </a:r>
          </a:p>
          <a:p>
            <a:pPr lvl="2"/>
            <a:r>
              <a:t>Ebene 3 — verschachtelt auf Tiefe 2</a:t>
            </a:r>
          </a:p>
          <a:p>
            <a:pPr lvl="3"/>
            <a:r>
              <a:t>Ebene 4 — verschachtelt auf Tiefe 3</a:t>
            </a:r>
          </a:p>
          <a:p>
            <a:pPr lvl="4"/>
            <a:r>
              <a:t>Ebene 5 — verschachtelt auf Tiefe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Explizite Font-Formatierung</a:t>
            </a:r>
          </a:p>
        </p:txBody>
      </p:sp>
      <p:sp>
        <p:nvSpPr>
          <p:cNvPr id="3" name="TextBox 2"/>
          <p:cNvSpPr txBox="1"/>
          <p:nvPr/>
        </p:nvSpPr>
        <p:spPr>
          <a:xfrm>
            <a:off x="640080" y="1463040"/>
            <a:ext cx="10058400" cy="4114800"/>
          </a:xfrm>
          <a:prstGeom prst="rect">
            <a:avLst/>
          </a:prstGeom>
          <a:noFill/>
        </p:spPr>
        <p:txBody>
          <a:bodyPr wrap="none">
            <a:spAutoFit/>
          </a:bodyPr>
          <a:lstStyle/>
          <a:p>
            <a:r>
              <a:rPr sz="4000" b="1" i="0">
                <a:solidFill>
                  <a:srgbClr val="1F3A93"/>
                </a:solidFill>
                <a:latin typeface="Arial Black"/>
              </a:rPr>
              <a:t>Große fette Überschrift</a:t>
            </a:r>
          </a:p>
          <a:p>
            <a:r>
              <a:rPr sz="2400" b="0" i="1">
                <a:solidFill>
                  <a:srgbClr val="1E7A33"/>
                </a:solidFill>
                <a:latin typeface="Georgia"/>
              </a:rPr>
              <a:t>Kursiver Untertitel in Grün</a:t>
            </a:r>
          </a:p>
          <a:p>
            <a:r>
              <a:rPr sz="1400" b="0" i="0">
                <a:solidFill>
                  <a:srgbClr val="666666"/>
                </a:solidFill>
                <a:latin typeface="Calibri"/>
              </a:rPr>
              <a:t>Kleiner grauer Fließtext</a:t>
            </a:r>
          </a:p>
          <a:p>
            <a:r>
              <a:rPr sz="2000" b="1" i="1">
                <a:solidFill>
                  <a:srgbClr val="C02828"/>
                </a:solidFill>
                <a:latin typeface="Verdana"/>
              </a:rPr>
              <a:t>Roter Warnhinweis, fett + kursiv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Gemischte Runs &amp; Zeilenumbruch</a:t>
            </a:r>
          </a:p>
        </p:txBody>
      </p:sp>
      <p:sp>
        <p:nvSpPr>
          <p:cNvPr id="3" name="TextBox 2"/>
          <p:cNvSpPr txBox="1"/>
          <p:nvPr/>
        </p:nvSpPr>
        <p:spPr>
          <a:xfrm>
            <a:off x="640080" y="1645920"/>
            <a:ext cx="10058400" cy="2743200"/>
          </a:xfrm>
          <a:prstGeom prst="rect">
            <a:avLst/>
          </a:prstGeom>
          <a:noFill/>
        </p:spPr>
        <p:txBody>
          <a:bodyPr wrap="none">
            <a:spAutoFit/>
          </a:bodyPr>
          <a:lstStyle/>
          <a:p>
            <a:r>
              <a:rPr b="0">
                <a:solidFill>
                  <a:srgbClr val="000000"/>
                </a:solidFill>
              </a:rPr>
              <a:t>Dieser Satz </a:t>
            </a:r>
            <a:r>
              <a:rPr b="1">
                <a:solidFill>
                  <a:srgbClr val="B03010"/>
                </a:solidFill>
              </a:rPr>
              <a:t>enthält </a:t>
            </a:r>
            <a:r>
              <a:rPr b="0">
                <a:solidFill>
                  <a:srgbClr val="1060B0"/>
                </a:solidFill>
              </a:rPr>
              <a:t>mehrere </a:t>
            </a:r>
            <a:r>
              <a:rPr b="1">
                <a:solidFill>
                  <a:srgbClr val="208020"/>
                </a:solidFill>
              </a:rPr>
              <a:t>formatierte Runs.</a:t>
            </a:r>
            <a:r>
              <a:t>Zeile A</a:t>
            </a:r>
            <a:br/>
            <a:r>
              <a:t>Zeile B nach Umbruch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Langer Fließtext</a:t>
            </a:r>
          </a:p>
        </p:txBody>
      </p:sp>
      <p:sp>
        <p:nvSpPr>
          <p:cNvPr id="3" name="TextBox 2"/>
          <p:cNvSpPr txBox="1"/>
          <p:nvPr/>
        </p:nvSpPr>
        <p:spPr>
          <a:xfrm>
            <a:off x="640080" y="1463040"/>
            <a:ext cx="10515600" cy="4572000"/>
          </a:xfrm>
          <a:prstGeom prst="rect">
            <a:avLst/>
          </a:prstGeom>
          <a:noFill/>
        </p:spPr>
        <p:txBody>
          <a:bodyPr wrap="square">
            <a:spAutoFit/>
          </a:bodyPr>
          <a:lstStyle/>
          <a:p>
            <a:r>
              <a:t>Lorem ipsum dolor sit amet, 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 sed diam voluptua. At vero eos et accusam et justo duo dolores et ea rebum. Stet clita kasd gubergren, no sea takimata sanctus est Lorem ipsum dolor sit amet.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Absatz-Ausrichtung</a:t>
            </a:r>
          </a:p>
        </p:txBody>
      </p:sp>
      <p:sp>
        <p:nvSpPr>
          <p:cNvPr id="3" name="TextBox 2"/>
          <p:cNvSpPr txBox="1"/>
          <p:nvPr/>
        </p:nvSpPr>
        <p:spPr>
          <a:xfrm>
            <a:off x="640080" y="1463040"/>
            <a:ext cx="10515600" cy="4114800"/>
          </a:xfrm>
          <a:prstGeom prst="rect">
            <a:avLst/>
          </a:prstGeom>
          <a:noFill/>
        </p:spPr>
        <p:txBody>
          <a:bodyPr wrap="none">
            <a:spAutoFit/>
          </a:bodyPr>
          <a:lstStyle/>
          <a:p>
            <a:pPr algn="l"/>
            <a:r>
              <a:t>Linksbündig</a:t>
            </a:r>
          </a:p>
          <a:p>
            <a:pPr algn="ctr"/>
            <a:r>
              <a:t>Zentriert</a:t>
            </a:r>
          </a:p>
          <a:p>
            <a:pPr algn="r"/>
            <a:r>
              <a:t>Rechtsbündig</a:t>
            </a:r>
          </a:p>
          <a:p>
            <a:pPr algn="just"/>
            <a:r>
              <a:t>Blocksatz Wort Wort Wort Wort Wort Wort Wort Wort Wort Wort Wort Wort Wort Wort Wort Wort Wort Wort Wort Wort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Dichte Gliederung</a:t>
            </a:r>
          </a:p>
        </p:txBody>
      </p:sp>
      <p:sp>
        <p:nvSpPr>
          <p:cNvPr id="3" name="Content Placeholder 2"/>
          <p:cNvSpPr>
            <a:spLocks noGrp="1"/>
          </p:cNvSpPr>
          <p:nvPr>
            <p:ph idx="1"/>
          </p:nvPr>
        </p:nvSpPr>
        <p:spPr/>
        <p:txBody>
          <a:bodyPr/>
          <a:lstStyle/>
          <a:p>
            <a:r>
              <a:t>Punkt eins mit etwas mehr Text zur Zeile</a:t>
            </a:r>
          </a:p>
          <a:p>
            <a:pPr lvl="2"/>
            <a:r>
              <a:t>Punkt 2 — Detailzeile mit Zusatzinformationen</a:t>
            </a:r>
          </a:p>
          <a:p>
            <a:pPr/>
            <a:r>
              <a:t>Punkt 3 — Detailzeile mit Zusatzinformationen</a:t>
            </a:r>
          </a:p>
          <a:p>
            <a:pPr lvl="1"/>
            <a:r>
              <a:t>Punkt 4 — Detailzeile mit Zusatzinformationen</a:t>
            </a:r>
          </a:p>
          <a:p>
            <a:pPr lvl="2"/>
            <a:r>
              <a:t>Punkt 5 — Detailzeile mit Zusatzinformationen</a:t>
            </a:r>
          </a:p>
          <a:p>
            <a:pPr/>
            <a:r>
              <a:t>Punkt 6 — Detailzeile mit Zusatzinformationen</a:t>
            </a:r>
          </a:p>
          <a:p>
            <a:pPr lvl="1"/>
            <a:r>
              <a:t>Punkt 7 — Detailzeile mit Zusatzinformationen</a:t>
            </a:r>
          </a:p>
          <a:p>
            <a:pPr lvl="2"/>
            <a:r>
              <a:t>Punkt 8 — Detailzeile mit Zusatzinformationen</a:t>
            </a:r>
          </a:p>
          <a:p>
            <a:pPr/>
            <a:r>
              <a:t>Punkt 9 — Detailzeile mit Zusatzinformationen</a:t>
            </a:r>
          </a:p>
          <a:p>
            <a:pPr lvl="1"/>
            <a:r>
              <a:t>Punkt 10 — Detailzeile mit Zusatzinformationen</a:t>
            </a:r>
          </a:p>
          <a:p>
            <a:pPr lvl="2"/>
            <a:r>
              <a:t>Punkt 11 — Detailzeile mit Zusatzinformationen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Generated Example — Text Hierarchy &amp; Typography</dc:title>
  <dc:subject/>
  <dc:creator>Slideflow Corpus Generator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Slideflow test corpus</cp:category>
</cp:coreProperties>
</file>