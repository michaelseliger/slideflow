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Unicode &amp; i18n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Umlaute, CJK, Kyrillisch, Griechisch, Emoji, RTL, Diakritika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Mehrsprachige Textzeilen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Deutsch: </a:t>
            </a:r>
            <a:r>
              <a:t>Grüße, Straße, Fußgängerübergänge — ä ö ü Ä Ö Ü ß</a:t>
            </a:r>
          </a:p>
          <a:p>
            <a:r>
              <a:rPr b="1"/>
              <a:t>中文/日本語/한국어: </a:t>
            </a:r>
            <a:r>
              <a:t>你好世界，这是测试。こんにちは。안녕하세요 세계</a:t>
            </a:r>
          </a:p>
          <a:p>
            <a:r>
              <a:rPr b="1"/>
              <a:t>Кириллица: </a:t>
            </a:r>
            <a:r>
              <a:t>Привет, мир! Это тестовый слайд на русском языке.</a:t>
            </a:r>
          </a:p>
          <a:p>
            <a:r>
              <a:rPr b="1"/>
              <a:t>Ελληνικά: </a:t>
            </a:r>
            <a:r>
              <a:t>Γειά σου Κόσμε! Δοκιμαστική διαφάνεια στα ελληνικά.</a:t>
            </a:r>
          </a:p>
          <a:p>
            <a:r>
              <a:rPr b="1"/>
              <a:t>Emoji: </a:t>
            </a:r>
            <a:r>
              <a:t>🎉 🚀 ✅ 📊 🖼️ 🇩🇪 🇯🇵 — Farben &amp; Symbole</a:t>
            </a:r>
          </a:p>
          <a:p>
            <a:r>
              <a:rPr b="1"/>
              <a:t>العربية (RTL): </a:t>
            </a:r>
            <a:r>
              <a:t>مرحبا بالعالم! هذه شريحة اختبار باللغة العربية.</a:t>
            </a:r>
          </a:p>
          <a:p>
            <a:r>
              <a:rPr b="1"/>
              <a:t>עברית (RTL): </a:t>
            </a:r>
            <a:r>
              <a:t>שלום עולם! זוהי שקופית בדיקה בעברית.</a:t>
            </a:r>
          </a:p>
          <a:p>
            <a:r>
              <a:rPr b="1"/>
              <a:t>Diakritika: </a:t>
            </a:r>
            <a:r>
              <a:t>café naïve façade Zürich piñata čačić łódź ñ ç ș ț 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Suchtest: Zürich Café — 東京 — Москва — Αθήνα — 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Example — Unicode &amp; Internationalisierung</dc:title>
  <dc:subject/>
  <dc:creator>Slideflow Corpus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Slideflow test corpus</cp:category>
</cp:coreProperties>
</file>